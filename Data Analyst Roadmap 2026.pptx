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91B2-CF7D-4A96-AC9A-9F60B0554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4E49D-A98A-4412-9D74-8574D237E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554B-0BA9-44A2-B0D5-BB497379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EB332-27F7-4885-A834-E3F05A18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AC982-DA5F-40B9-841D-CB5B8FF9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7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395F-28F9-4DCD-8114-0B0D236E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083E0-AF9F-413B-8400-2F3428CD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0D31E-54D2-4502-A94D-BB0CE4B7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A9EC1-3DBE-4443-BD30-4C5D8556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DCBC9-53BB-4223-AF76-848AF658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9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46D0-1F89-4299-AB42-CAF7A0B0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D618D-A2FF-44D7-A856-A44708F1E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327D3-EA00-40BB-AE34-54C379D2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4CC8F-4E5A-4E8C-9E15-E435AEA0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A9974-6188-462E-A97F-8062B935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06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D148-ACE6-4DED-BFED-63E2E235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F1CA-B8DE-4DF1-BBB7-9847D8B2B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B8271-D643-4C6E-990D-ADE037727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8E572-E8F6-47E5-86AA-95E771D7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718A8-B29E-4A6F-A0AD-8FE620E6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F1D05-4806-49B9-A34A-268E2288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52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9DA4-2A32-44C1-996F-78B5EDBB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EC7BC-CFF5-4AE3-90BC-0902E2433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66E3B-9906-44A9-846A-7EB2F9450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9D363-309A-4D5C-B01A-18CA8CD2C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46CDC-CFFB-49FC-8EC2-2F1F3D41F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19C6A-1FFC-4251-9122-3F1BEB4A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2C866-96B2-4F7E-942E-4D972836D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F593A-4746-4085-957E-49FF6D42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6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27B05-2D89-4AA4-864A-77CDD607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32A51-4040-46EC-B4F3-FF13C143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F5DB4-A648-4944-802A-44778BDB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86CDE-3F69-481D-AD4C-F8A50E8B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90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E8DFD-8270-410C-8B1F-B0934F10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91D76-D8BA-412C-801B-4E452238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AEE7E-6005-4955-A13F-70B23A05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17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BE59-C62A-45A7-924A-87B7FDA3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DEA4C-9B8B-4758-9C07-D653A25B4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6CF91-7094-4673-99AA-0D434862A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1719A-6000-4D9A-8A46-94B718B3C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F275B-5882-4078-A377-97074EF1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198F5-6532-490D-9C77-0DE29FE7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12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B76B-F5D2-46B5-9762-4E67C30F6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7C38E-9E4F-43DB-B8F4-7EFDBE07B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E6BFE-0E5C-4376-A9F9-1E2486A2F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EBAA0-4E15-414A-8DAA-E32C71D4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DEDB0-CFB8-4A76-AAF6-4A7EFF1C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574B1-61E6-458B-8C5E-CD3ACEB2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9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7886-ED7E-42B5-8FD3-C5FB12B6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5273E-1EA6-48AF-AFDA-BC26BD0F2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339B5-7B1A-4B83-A0DA-BBCBD2B2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07C45-55B9-40BC-9C6C-31F8D040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57E28-CE42-44EA-8F42-4D07DCFE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13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29B51-8A26-4804-B110-01DDFD7BE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3C3B7-A9CF-47AD-B5EB-4164BA397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50C35-9C16-44A1-B3AC-CA5E0404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558CB-9499-4AF8-A5CE-3B15AA8B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25489-C23A-4F3B-BABC-4F3FBC56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6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D1C42B-C740-411C-8C3C-618F612B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83382-BDC5-46C0-87AE-226FEACFB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0FAA8-DE2D-4901-A220-F492FF531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642E5-D2E7-4425-A7D8-088C79E50E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B188A-EEA1-4346-B579-41AD0D491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3A054-1DB8-46F2-9C4E-DE4FB6D45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2EFB0-8D45-4895-B8C0-D21D6329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4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365CDD-0381-4102-BA7E-E3C545F7147C}"/>
              </a:ext>
            </a:extLst>
          </p:cNvPr>
          <p:cNvSpPr txBox="1"/>
          <p:nvPr/>
        </p:nvSpPr>
        <p:spPr>
          <a:xfrm>
            <a:off x="932329" y="2875002"/>
            <a:ext cx="103273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/>
              <a:t>Data Analyst Roadmap 2026</a:t>
            </a:r>
          </a:p>
        </p:txBody>
      </p:sp>
    </p:spTree>
    <p:extLst>
      <p:ext uri="{BB962C8B-B14F-4D97-AF65-F5344CB8AC3E}">
        <p14:creationId xmlns:p14="http://schemas.microsoft.com/office/powerpoint/2010/main" val="46932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E0329-1CE0-47FF-8947-0CE324FCF9E1}"/>
              </a:ext>
            </a:extLst>
          </p:cNvPr>
          <p:cNvSpPr txBox="1"/>
          <p:nvPr/>
        </p:nvSpPr>
        <p:spPr>
          <a:xfrm>
            <a:off x="1156447" y="57862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STEP 1 – ADVANCE EXCEL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9A312-194E-432B-AF7C-6BD2233E6DCF}"/>
              </a:ext>
            </a:extLst>
          </p:cNvPr>
          <p:cNvSpPr txBox="1"/>
          <p:nvPr/>
        </p:nvSpPr>
        <p:spPr>
          <a:xfrm>
            <a:off x="1156447" y="654906"/>
            <a:ext cx="929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Basic Layout of Microsoft 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E9256-5CBA-4731-97FB-C147CE6E5316}"/>
              </a:ext>
            </a:extLst>
          </p:cNvPr>
          <p:cNvSpPr txBox="1"/>
          <p:nvPr/>
        </p:nvSpPr>
        <p:spPr>
          <a:xfrm>
            <a:off x="1550893" y="1301107"/>
            <a:ext cx="553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SUM, AVERAGE,COUNT, COUNTIF, SUMIF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IF, AND,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TEXT FUNCTIONS(Upper, Lower, Left, Right, Trim)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1596A-EDCE-4E18-A84B-72630963EF80}"/>
              </a:ext>
            </a:extLst>
          </p:cNvPr>
          <p:cNvSpPr txBox="1"/>
          <p:nvPr/>
        </p:nvSpPr>
        <p:spPr>
          <a:xfrm>
            <a:off x="1156447" y="216172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Advanced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ABA66-6CE6-4338-AEE8-D4B298AA9138}"/>
              </a:ext>
            </a:extLst>
          </p:cNvPr>
          <p:cNvSpPr txBox="1"/>
          <p:nvPr/>
        </p:nvSpPr>
        <p:spPr>
          <a:xfrm>
            <a:off x="1550893" y="2520447"/>
            <a:ext cx="4769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VLOOKUP &amp; XLOOKUP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INDEX-MATCH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E8433-451C-4545-A8D7-871A358BB9C2}"/>
              </a:ext>
            </a:extLst>
          </p:cNvPr>
          <p:cNvSpPr txBox="1"/>
          <p:nvPr/>
        </p:nvSpPr>
        <p:spPr>
          <a:xfrm>
            <a:off x="1156447" y="3182619"/>
            <a:ext cx="4760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Power Query Editor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8E0CA-5577-4341-A944-492D3FA07873}"/>
              </a:ext>
            </a:extLst>
          </p:cNvPr>
          <p:cNvSpPr txBox="1"/>
          <p:nvPr/>
        </p:nvSpPr>
        <p:spPr>
          <a:xfrm>
            <a:off x="1550893" y="3583633"/>
            <a:ext cx="5441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Profiling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Cleaning (Remove Duplicate, Fix Null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Merge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Joins (Inner, Left, Right, Full)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BD751-9D9B-4D0B-AB16-A745CE457176}"/>
              </a:ext>
            </a:extLst>
          </p:cNvPr>
          <p:cNvSpPr txBox="1"/>
          <p:nvPr/>
        </p:nvSpPr>
        <p:spPr>
          <a:xfrm>
            <a:off x="1156447" y="4788052"/>
            <a:ext cx="530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Dashboard Creation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E4E24D-0505-4D05-AF85-EBC3309CC16C}"/>
              </a:ext>
            </a:extLst>
          </p:cNvPr>
          <p:cNvSpPr txBox="1"/>
          <p:nvPr/>
        </p:nvSpPr>
        <p:spPr>
          <a:xfrm>
            <a:off x="1550893" y="5186353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Pivot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Creating Charts (Bar, Column, Line, Pie)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Slicers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FA5AA-2609-421F-B9B2-7484A1D07717}"/>
              </a:ext>
            </a:extLst>
          </p:cNvPr>
          <p:cNvSpPr txBox="1"/>
          <p:nvPr/>
        </p:nvSpPr>
        <p:spPr>
          <a:xfrm>
            <a:off x="1156447" y="6231632"/>
            <a:ext cx="473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End to End Projects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95BA0-31A6-4F03-B442-E5273A2EC8F8}"/>
              </a:ext>
            </a:extLst>
          </p:cNvPr>
          <p:cNvSpPr txBox="1"/>
          <p:nvPr/>
        </p:nvSpPr>
        <p:spPr>
          <a:xfrm>
            <a:off x="1156447" y="1013176"/>
            <a:ext cx="5271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Basic Functions</a:t>
            </a:r>
          </a:p>
        </p:txBody>
      </p:sp>
    </p:spTree>
    <p:extLst>
      <p:ext uri="{BB962C8B-B14F-4D97-AF65-F5344CB8AC3E}">
        <p14:creationId xmlns:p14="http://schemas.microsoft.com/office/powerpoint/2010/main" val="100759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E0329-1CE0-47FF-8947-0CE324FCF9E1}"/>
              </a:ext>
            </a:extLst>
          </p:cNvPr>
          <p:cNvSpPr txBox="1"/>
          <p:nvPr/>
        </p:nvSpPr>
        <p:spPr>
          <a:xfrm>
            <a:off x="1156447" y="57862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STEP 2 – SQL (Most Important)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9A312-194E-432B-AF7C-6BD2233E6DCF}"/>
              </a:ext>
            </a:extLst>
          </p:cNvPr>
          <p:cNvSpPr txBox="1"/>
          <p:nvPr/>
        </p:nvSpPr>
        <p:spPr>
          <a:xfrm>
            <a:off x="1156447" y="654906"/>
            <a:ext cx="929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SQL Basics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E9256-5CBA-4731-97FB-C147CE6E5316}"/>
              </a:ext>
            </a:extLst>
          </p:cNvPr>
          <p:cNvSpPr txBox="1"/>
          <p:nvPr/>
        </p:nvSpPr>
        <p:spPr>
          <a:xfrm>
            <a:off x="1398493" y="991853"/>
            <a:ext cx="68580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Create, Insert, Select, Distinct, 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by, Update, Delete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Aggregation Functions (SUM, AVG, COUNT, MAX, 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Group by, Operator (AND, OR, NOT, BETWEEN, IN, NULL)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Primary Key, Foreign Key, Sub 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1596A-EDCE-4E18-A84B-72630963EF80}"/>
              </a:ext>
            </a:extLst>
          </p:cNvPr>
          <p:cNvSpPr txBox="1"/>
          <p:nvPr/>
        </p:nvSpPr>
        <p:spPr>
          <a:xfrm>
            <a:off x="1156447" y="2456462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Joins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ABA66-6CE6-4338-AEE8-D4B298AA9138}"/>
              </a:ext>
            </a:extLst>
          </p:cNvPr>
          <p:cNvSpPr txBox="1"/>
          <p:nvPr/>
        </p:nvSpPr>
        <p:spPr>
          <a:xfrm>
            <a:off x="1398493" y="2788880"/>
            <a:ext cx="4769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Inner Join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Left &amp; Right Join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Left &amp; Right Anti Join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Cross Join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E8433-451C-4545-A8D7-871A358BB9C2}"/>
              </a:ext>
            </a:extLst>
          </p:cNvPr>
          <p:cNvSpPr txBox="1"/>
          <p:nvPr/>
        </p:nvSpPr>
        <p:spPr>
          <a:xfrm>
            <a:off x="1156447" y="3968775"/>
            <a:ext cx="4760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Advanced 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8E0CA-5577-4341-A944-492D3FA07873}"/>
              </a:ext>
            </a:extLst>
          </p:cNvPr>
          <p:cNvSpPr txBox="1"/>
          <p:nvPr/>
        </p:nvSpPr>
        <p:spPr>
          <a:xfrm>
            <a:off x="1398493" y="4307419"/>
            <a:ext cx="8812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Window Functions (Row Number, Rank, Dense Rank, Lead, Lag, First Value, Last Value)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CTE (Common Table Expressions), Recursive CTE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Stored Procedure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Indexes (Clustered &amp; Non Clustered Index)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BD751-9D9B-4D0B-AB16-A745CE457176}"/>
              </a:ext>
            </a:extLst>
          </p:cNvPr>
          <p:cNvSpPr txBox="1"/>
          <p:nvPr/>
        </p:nvSpPr>
        <p:spPr>
          <a:xfrm>
            <a:off x="1156447" y="5809510"/>
            <a:ext cx="530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SQL Important Interview Question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FA5AA-2609-421F-B9B2-7484A1D07717}"/>
              </a:ext>
            </a:extLst>
          </p:cNvPr>
          <p:cNvSpPr txBox="1"/>
          <p:nvPr/>
        </p:nvSpPr>
        <p:spPr>
          <a:xfrm>
            <a:off x="1156447" y="6231632"/>
            <a:ext cx="473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End to End Projects</a:t>
            </a:r>
          </a:p>
        </p:txBody>
      </p:sp>
    </p:spTree>
    <p:extLst>
      <p:ext uri="{BB962C8B-B14F-4D97-AF65-F5344CB8AC3E}">
        <p14:creationId xmlns:p14="http://schemas.microsoft.com/office/powerpoint/2010/main" val="413976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E0329-1CE0-47FF-8947-0CE324FCF9E1}"/>
              </a:ext>
            </a:extLst>
          </p:cNvPr>
          <p:cNvSpPr txBox="1"/>
          <p:nvPr/>
        </p:nvSpPr>
        <p:spPr>
          <a:xfrm>
            <a:off x="1156447" y="57862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STEP 3 – Visualization Tools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9A312-194E-432B-AF7C-6BD2233E6DCF}"/>
              </a:ext>
            </a:extLst>
          </p:cNvPr>
          <p:cNvSpPr txBox="1"/>
          <p:nvPr/>
        </p:nvSpPr>
        <p:spPr>
          <a:xfrm>
            <a:off x="1156447" y="856565"/>
            <a:ext cx="929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E9256-5CBA-4731-97FB-C147CE6E5316}"/>
              </a:ext>
            </a:extLst>
          </p:cNvPr>
          <p:cNvSpPr txBox="1"/>
          <p:nvPr/>
        </p:nvSpPr>
        <p:spPr>
          <a:xfrm>
            <a:off x="1335739" y="1332358"/>
            <a:ext cx="7512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Visualization (Bar Chart, Column Chart, Pie Chart, Line Chart, KPIs, Filters)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Power Query Editor (Data Profiling, Data Cleaning, Data Transformation)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DAX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Power BI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End to End Projects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1596A-EDCE-4E18-A84B-72630963EF80}"/>
              </a:ext>
            </a:extLst>
          </p:cNvPr>
          <p:cNvSpPr txBox="1"/>
          <p:nvPr/>
        </p:nvSpPr>
        <p:spPr>
          <a:xfrm>
            <a:off x="1156447" y="3179017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Tableau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FF6E88-1E86-4BBA-B449-CEEABABD5F9E}"/>
              </a:ext>
            </a:extLst>
          </p:cNvPr>
          <p:cNvSpPr txBox="1"/>
          <p:nvPr/>
        </p:nvSpPr>
        <p:spPr>
          <a:xfrm>
            <a:off x="1335739" y="3673401"/>
            <a:ext cx="7512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Tableau Prep 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End to End Projects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038F16-341F-4A28-94FF-D37CA265BF75}"/>
              </a:ext>
            </a:extLst>
          </p:cNvPr>
          <p:cNvSpPr txBox="1"/>
          <p:nvPr/>
        </p:nvSpPr>
        <p:spPr>
          <a:xfrm>
            <a:off x="1156447" y="5501469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Looker Studio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1C545-2F93-4DA8-9ACA-241D1F39C5C0}"/>
              </a:ext>
            </a:extLst>
          </p:cNvPr>
          <p:cNvSpPr txBox="1"/>
          <p:nvPr/>
        </p:nvSpPr>
        <p:spPr>
          <a:xfrm>
            <a:off x="1156447" y="5995853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Qlik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4BB53-3E3D-4B22-9A74-4B1509B610B4}"/>
              </a:ext>
            </a:extLst>
          </p:cNvPr>
          <p:cNvSpPr txBox="1"/>
          <p:nvPr/>
        </p:nvSpPr>
        <p:spPr>
          <a:xfrm>
            <a:off x="1156447" y="4926960"/>
            <a:ext cx="430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Other Tools</a:t>
            </a:r>
          </a:p>
        </p:txBody>
      </p:sp>
    </p:spTree>
    <p:extLst>
      <p:ext uri="{BB962C8B-B14F-4D97-AF65-F5344CB8AC3E}">
        <p14:creationId xmlns:p14="http://schemas.microsoft.com/office/powerpoint/2010/main" val="224619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2" grpId="0"/>
      <p:bldP spid="13" grpId="0"/>
      <p:bldP spid="15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E0329-1CE0-47FF-8947-0CE324FCF9E1}"/>
              </a:ext>
            </a:extLst>
          </p:cNvPr>
          <p:cNvSpPr txBox="1"/>
          <p:nvPr/>
        </p:nvSpPr>
        <p:spPr>
          <a:xfrm>
            <a:off x="1156447" y="57862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STEP 4 – Basic Math &amp; Statistics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9A312-194E-432B-AF7C-6BD2233E6DCF}"/>
              </a:ext>
            </a:extLst>
          </p:cNvPr>
          <p:cNvSpPr txBox="1"/>
          <p:nvPr/>
        </p:nvSpPr>
        <p:spPr>
          <a:xfrm>
            <a:off x="1156447" y="654906"/>
            <a:ext cx="929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Basic Math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E9256-5CBA-4731-97FB-C147CE6E5316}"/>
              </a:ext>
            </a:extLst>
          </p:cNvPr>
          <p:cNvSpPr txBox="1"/>
          <p:nvPr/>
        </p:nvSpPr>
        <p:spPr>
          <a:xfrm>
            <a:off x="1398493" y="1052213"/>
            <a:ext cx="68580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Average,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Profit &amp;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Profit &amp; Loss Percentage , Markup Percentage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Discount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Gross Profit Margin, Net Profit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ROI (Return on Investment)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YOY Growth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1596A-EDCE-4E18-A84B-72630963EF80}"/>
              </a:ext>
            </a:extLst>
          </p:cNvPr>
          <p:cNvSpPr txBox="1"/>
          <p:nvPr/>
        </p:nvSpPr>
        <p:spPr>
          <a:xfrm>
            <a:off x="1156447" y="3319216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Statistics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8E0CA-5577-4341-A944-492D3FA07873}"/>
              </a:ext>
            </a:extLst>
          </p:cNvPr>
          <p:cNvSpPr txBox="1"/>
          <p:nvPr/>
        </p:nvSpPr>
        <p:spPr>
          <a:xfrm>
            <a:off x="1398493" y="3700817"/>
            <a:ext cx="88123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Basic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Measure of Central Tendency (Mean, Median, Mode)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Measure of Dispersion (Range, Variance, Standard Deviation)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Random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Percentile &amp; Quartile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5 Number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Histogram and skewness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Covariance and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Probability Distribution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Inferential Stats &amp;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422578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E0329-1CE0-47FF-8947-0CE324FCF9E1}"/>
              </a:ext>
            </a:extLst>
          </p:cNvPr>
          <p:cNvSpPr txBox="1"/>
          <p:nvPr/>
        </p:nvSpPr>
        <p:spPr>
          <a:xfrm>
            <a:off x="1156447" y="57862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STEP 5 – Python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9A312-194E-432B-AF7C-6BD2233E6DCF}"/>
              </a:ext>
            </a:extLst>
          </p:cNvPr>
          <p:cNvSpPr txBox="1"/>
          <p:nvPr/>
        </p:nvSpPr>
        <p:spPr>
          <a:xfrm>
            <a:off x="1156447" y="642637"/>
            <a:ext cx="929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Python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1596A-EDCE-4E18-A84B-72630963EF80}"/>
              </a:ext>
            </a:extLst>
          </p:cNvPr>
          <p:cNvSpPr txBox="1"/>
          <p:nvPr/>
        </p:nvSpPr>
        <p:spPr>
          <a:xfrm>
            <a:off x="1156447" y="4150954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Python Libraries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C3D17C-6140-4784-9B11-169B4430C70E}"/>
              </a:ext>
            </a:extLst>
          </p:cNvPr>
          <p:cNvSpPr txBox="1"/>
          <p:nvPr/>
        </p:nvSpPr>
        <p:spPr>
          <a:xfrm>
            <a:off x="1398493" y="978183"/>
            <a:ext cx="80861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Syntax &amp; Semantics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Conditional Statements (If, else, elif)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Loops (for, while)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List, Tuple, Set, Dictionaries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Functions (Basic Functions, Lambda, Map, Filter)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Modules &amp;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Exception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1B187-1EE1-4A65-9616-3596EFB86A69}"/>
              </a:ext>
            </a:extLst>
          </p:cNvPr>
          <p:cNvSpPr txBox="1"/>
          <p:nvPr/>
        </p:nvSpPr>
        <p:spPr>
          <a:xfrm>
            <a:off x="1398493" y="4520286"/>
            <a:ext cx="4276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Seaborn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3E700-224B-4D69-BEC6-D2EBDDC6A206}"/>
              </a:ext>
            </a:extLst>
          </p:cNvPr>
          <p:cNvSpPr txBox="1"/>
          <p:nvPr/>
        </p:nvSpPr>
        <p:spPr>
          <a:xfrm>
            <a:off x="1156447" y="5630947"/>
            <a:ext cx="451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Real Time Interview Questions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8612E-A236-4635-9BDA-6FA48F0D189A}"/>
              </a:ext>
            </a:extLst>
          </p:cNvPr>
          <p:cNvSpPr txBox="1"/>
          <p:nvPr/>
        </p:nvSpPr>
        <p:spPr>
          <a:xfrm>
            <a:off x="1156447" y="5994205"/>
            <a:ext cx="451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Feature Engineering with Python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97F01-5B54-4F8C-8886-548B0DE25FC5}"/>
              </a:ext>
            </a:extLst>
          </p:cNvPr>
          <p:cNvSpPr txBox="1"/>
          <p:nvPr/>
        </p:nvSpPr>
        <p:spPr>
          <a:xfrm>
            <a:off x="1156447" y="6357463"/>
            <a:ext cx="451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EDA (Exploratory Data Analysis) </a:t>
            </a:r>
          </a:p>
        </p:txBody>
      </p:sp>
    </p:spTree>
    <p:extLst>
      <p:ext uri="{BB962C8B-B14F-4D97-AF65-F5344CB8AC3E}">
        <p14:creationId xmlns:p14="http://schemas.microsoft.com/office/powerpoint/2010/main" val="364154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2" grpId="0"/>
      <p:bldP spid="3" grpId="0"/>
      <p:bldP spid="9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E0329-1CE0-47FF-8947-0CE324FCF9E1}"/>
              </a:ext>
            </a:extLst>
          </p:cNvPr>
          <p:cNvSpPr txBox="1"/>
          <p:nvPr/>
        </p:nvSpPr>
        <p:spPr>
          <a:xfrm>
            <a:off x="1156447" y="57862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STEP 6 – Other Tools &amp; Technologies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9A312-194E-432B-AF7C-6BD2233E6DCF}"/>
              </a:ext>
            </a:extLst>
          </p:cNvPr>
          <p:cNvSpPr txBox="1"/>
          <p:nvPr/>
        </p:nvSpPr>
        <p:spPr>
          <a:xfrm>
            <a:off x="1156447" y="2338219"/>
            <a:ext cx="929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End to End Projects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1596A-EDCE-4E18-A84B-72630963EF80}"/>
              </a:ext>
            </a:extLst>
          </p:cNvPr>
          <p:cNvSpPr txBox="1"/>
          <p:nvPr/>
        </p:nvSpPr>
        <p:spPr>
          <a:xfrm>
            <a:off x="1156447" y="2833139"/>
            <a:ext cx="505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Gen AI &amp; Prompt Engineering for Data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3E700-224B-4D69-BEC6-D2EBDDC6A206}"/>
              </a:ext>
            </a:extLst>
          </p:cNvPr>
          <p:cNvSpPr txBox="1"/>
          <p:nvPr/>
        </p:nvSpPr>
        <p:spPr>
          <a:xfrm>
            <a:off x="1156447" y="3328060"/>
            <a:ext cx="451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Snowflake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8612E-A236-4635-9BDA-6FA48F0D189A}"/>
              </a:ext>
            </a:extLst>
          </p:cNvPr>
          <p:cNvSpPr txBox="1"/>
          <p:nvPr/>
        </p:nvSpPr>
        <p:spPr>
          <a:xfrm>
            <a:off x="1156447" y="3792296"/>
            <a:ext cx="451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Google Big Query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97F01-5B54-4F8C-8886-548B0DE25FC5}"/>
              </a:ext>
            </a:extLst>
          </p:cNvPr>
          <p:cNvSpPr txBox="1"/>
          <p:nvPr/>
        </p:nvSpPr>
        <p:spPr>
          <a:xfrm>
            <a:off x="1156447" y="4260938"/>
            <a:ext cx="451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ADF (Azure Data Factory)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434734-DE45-4D9A-9D6C-19CDA55F6F21}"/>
              </a:ext>
            </a:extLst>
          </p:cNvPr>
          <p:cNvSpPr txBox="1"/>
          <p:nvPr/>
        </p:nvSpPr>
        <p:spPr>
          <a:xfrm>
            <a:off x="1443318" y="4630270"/>
            <a:ext cx="3433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ETL Pipeline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084D3-F375-4887-BFB5-7B4B03811290}"/>
              </a:ext>
            </a:extLst>
          </p:cNvPr>
          <p:cNvSpPr txBox="1"/>
          <p:nvPr/>
        </p:nvSpPr>
        <p:spPr>
          <a:xfrm>
            <a:off x="1156447" y="4999602"/>
            <a:ext cx="451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Creating Multiple Portfolio Projects </a:t>
            </a:r>
          </a:p>
        </p:txBody>
      </p:sp>
    </p:spTree>
    <p:extLst>
      <p:ext uri="{BB962C8B-B14F-4D97-AF65-F5344CB8AC3E}">
        <p14:creationId xmlns:p14="http://schemas.microsoft.com/office/powerpoint/2010/main" val="363194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2" grpId="0"/>
      <p:bldP spid="6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479</Words>
  <Application>Microsoft Office PowerPoint</Application>
  <PresentationFormat>Widescreen</PresentationFormat>
  <Paragraphs>103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KAUSHIK SINGH</dc:creator>
  <cp:lastModifiedBy>KAUSHIK SINGH</cp:lastModifiedBy>
  <cp:revision>19</cp:revision>
  <dcterms:created xsi:type="dcterms:W3CDTF">2025-12-27T12:29:12Z</dcterms:created>
  <dcterms:modified xsi:type="dcterms:W3CDTF">2025-12-27T20:03:59Z</dcterms:modified>
</cp:coreProperties>
</file>